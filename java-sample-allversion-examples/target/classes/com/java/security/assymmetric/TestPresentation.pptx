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E4E61-D8CC-AC42-A988-0195418D3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044FB-1407-E025-8EB8-9BED56FE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A691B-32BF-5127-FA0E-13D886C0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1FF18-BF5B-4809-9A83-A42D7010994F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44F76-D04A-87DB-2DD5-7868C5FF5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1D0FE-43C1-4BCA-C813-3C5854EFE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339-3142-450E-933D-F77621625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5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7D611-74C4-CD00-C415-84494636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FCF30-449A-887D-91B1-BAAAD9B5D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732DB-C7F0-4109-D8A7-819DA6BB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1FF18-BF5B-4809-9A83-A42D7010994F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EE05F-DFD3-952F-8FE9-8E517CD2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FA368-A8B4-314B-8F13-261331FA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339-3142-450E-933D-F77621625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46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98656-6924-BEF0-47AC-36ED3BC0F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899B4-C676-F9C8-9336-C52DC169D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D39C6-C64F-4DA8-8F01-758E1FAD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1FF18-BF5B-4809-9A83-A42D7010994F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66BB5-E298-6681-63EA-2925D85A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8414F-25E8-6F60-A6B3-478EE69C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339-3142-450E-933D-F77621625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69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EEF4D-D094-0935-EBCC-AA97FCD3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86A04-D148-A4F0-E288-EB54683CE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E893A-D250-5367-0F85-D3E49AE4C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5C3E4-FF37-4ECC-A7DD-3A15EC04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1FF18-BF5B-4809-9A83-A42D7010994F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7DD0A-8B0F-5F9F-3D6D-77E30E6C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45D24-BB16-4E5C-9720-151C64B1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339-3142-450E-933D-F77621625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85802-AF0A-9F75-990F-231980F6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817DE-0043-DD23-659E-1AF21884B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64CEE-70D9-6852-A27E-B9EC2DF10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A4DDD-8B58-CCC4-78BE-677FBADC61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C267D6-7E88-65F2-7586-EDD90BEB6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59FE3D-75A3-F91B-C54A-8676DA47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1FF18-BF5B-4809-9A83-A42D7010994F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C29722-D00E-A274-04D9-67E3DB1C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BBDD55-D7A9-767B-557C-4C57D3BC1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339-3142-450E-933D-F77621625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4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9ED08-E980-6D29-535B-FF6F126D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C67C14-A03B-8462-FFA8-2BF667C75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1FF18-BF5B-4809-9A83-A42D7010994F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78B722-26F7-4849-9A74-305BCFE5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D709A-49C5-6268-2BD6-40868600A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339-3142-450E-933D-F77621625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86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F12D53-AF5E-C2D1-F56D-325421933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1FF18-BF5B-4809-9A83-A42D7010994F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067127-B648-AD0C-7824-81CB9557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75346-8E4C-DC89-A03E-7FC8A1BD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339-3142-450E-933D-F77621625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3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7B32-76E6-2688-F7EB-4F6BCFC0C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B4B1E-BE7F-2395-FB92-A3AF24D5F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74509-C534-EE81-0469-BC73928E7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DC813-D8D8-F747-19EA-6098CC6AE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1FF18-BF5B-4809-9A83-A42D7010994F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8919C-AFF3-849F-325F-7AA652B7F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93017-95C9-B874-DF96-1D1449B4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339-3142-450E-933D-F77621625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56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FC1AA-97C1-66F9-6267-D1F451C69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F02362-9AA0-4631-7F41-C9F571AA6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FA177-B554-5A84-E431-149311131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80EBB-68A1-5613-FE1C-0F937A15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1FF18-BF5B-4809-9A83-A42D7010994F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65A1F-1E9A-EC36-3D42-7EE3E1CBB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09AC2-CDB7-78DF-B1D2-A8D21D74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339-3142-450E-933D-F77621625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14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5B894-E16F-5EEB-9581-DE22CA479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8B7AF-A33D-469E-68B4-3BAF64C2A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7321A-8751-13D5-6D5A-93A49640C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1FF18-BF5B-4809-9A83-A42D7010994F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12E20-EBAF-9156-B58C-BD9BC22A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CBA01-140D-B0F9-658D-19995350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339-3142-450E-933D-F77621625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19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2F169F-8515-46B8-1718-567501B3DD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20019E-1F93-D071-659F-DE4E1A20E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D53F6-1874-BCEB-90CF-67C5F980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1FF18-BF5B-4809-9A83-A42D7010994F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DA048-CD6F-DA42-5D6E-33588E5A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98A40-BF44-E167-8C0B-923DEB59F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339-3142-450E-933D-F77621625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4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5A4BAA-46BF-7F97-9B3B-41D07014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83A86-3CDB-1719-ECE1-C0903DC8B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272EA-02F2-A951-7DAE-675CC256F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1FF18-BF5B-4809-9A83-A42D7010994F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4AFDC-EAF5-30D3-16B6-7571BF5A1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622A6-FABE-249C-7E5B-23F74D7B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EE339-3142-450E-933D-F77621625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6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862D-A54F-F15F-DA01-E85293D390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06E95-A541-B0A6-4E65-5E188B136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06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Murugan, Sivagurunathapandian</dc:creator>
  <cp:lastModifiedBy>Murugan, Sivagurunathapandian</cp:lastModifiedBy>
  <cp:revision>1</cp:revision>
  <dcterms:created xsi:type="dcterms:W3CDTF">2023-12-18T06:39:41Z</dcterms:created>
  <dcterms:modified xsi:type="dcterms:W3CDTF">2023-12-18T06:43:49Z</dcterms:modified>
</cp:coreProperties>
</file>